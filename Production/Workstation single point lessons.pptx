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4" roundtripDataSignature="AMtx7miZPYmfhF81Nd75NJwyeewXavK3H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mAuthor clrIdx="0" id="0" initials="" lastIdx="4" name="Stefan Ros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m authorId="0" idx="1" dt="2020-04-05T19:18:04.671">
    <p:pos x="3990" y="839"/>
    <p:text>Using cleaning solution, 4 light strokes will never remove all dust.  Based on QC experience, IPA may be better.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JYZqhhs"/>
      </p:ext>
    </p:extLst>
  </p:cm>
  <p:cm authorId="0" idx="2" dt="2020-04-05T19:15:28.212">
    <p:pos x="3990" y="939"/>
    <p:text>Cuts were resulting in a small snag point, presumably at the end of the cut. Possibly can be eliminated by changes to the CAD? Alternatively, modify the end-point so that it occurs where it will be covered by the elastic and staple?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JYZqhhg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m authorId="0" idx="3" dt="2020-04-06T09:50:24.052">
    <p:pos x="3990" y="839"/>
    <p:text>Labelling needs review.
Comment from SOP: 
There have been several discussions as to what the labelling should be, including on whether it should be different for non-Addenbrookes recipients, adding "contains latex" labels, number and position of labels. I don't know where all these discussions ended up, but the results should be recorded, and the SOPs (particularly workstation instructions), updated to reflect the current position. Thanks.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JYJbyHU"/>
      </p:ext>
    </p:extLst>
  </p:cm>
  <p:cm authorId="0" idx="4" dt="2020-04-05T19:57:56.057">
    <p:pos x="3990" y="939"/>
    <p:text>Bag the shield without bending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JYJbyHY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Relationship Id="rId5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2.xml"/><Relationship Id="rId4" Type="http://schemas.openxmlformats.org/officeDocument/2006/relationships/image" Target="../media/image1.png"/><Relationship Id="rId5" Type="http://schemas.openxmlformats.org/officeDocument/2006/relationships/image" Target="../media/image8.jpg"/><Relationship Id="rId6" Type="http://schemas.openxmlformats.org/officeDocument/2006/relationships/image" Target="../media/image7.jpg"/><Relationship Id="rId7" Type="http://schemas.openxmlformats.org/officeDocument/2006/relationships/image" Target="../media/image11.jpg"/><Relationship Id="rId8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Single Point Lessons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Work Station for DELVE Full Face Shield manufacture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See also ‘Manufacturing SOP’ for source content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071757" y="6492872"/>
            <a:ext cx="2498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Approved: Ward Hills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830627" y="6492873"/>
            <a:ext cx="1904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 01 April 2020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73215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/>
              <a:t>PET film Visor preparation for assembly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54342" y="416236"/>
            <a:ext cx="1057571" cy="65491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6335486" y="1332411"/>
            <a:ext cx="5018314" cy="5160464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rPr lang="en-US" sz="29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AutoNum type="arabicPeriod"/>
            </a:pPr>
            <a:r>
              <a:rPr lang="en-US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the PET has its traveler with it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AutoNum type="arabicPeriod"/>
            </a:pPr>
            <a:r>
              <a:rPr lang="en-US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Check the lasered edge for sharpness or burning with a gloved finger - glove should not snag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AutoNum type="arabicPeriod"/>
            </a:pPr>
            <a:r>
              <a:rPr lang="en-US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visor onto a clean, soft, non shedding surface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AutoNum type="arabicPeriod"/>
            </a:pPr>
            <a:r>
              <a:rPr lang="en-US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Wipe gently with a tissue moistened with cleaning solution or IPA, removing all laser cutting dust.  Make a maximum of FOUR light strokes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AutoNum type="arabicPeriod"/>
            </a:pPr>
            <a:r>
              <a:rPr lang="en-US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 and repeat 3. and 4. for side 2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AutoNum type="arabicPeriod"/>
            </a:pPr>
            <a:r>
              <a:rPr lang="en-US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carefully into the WIP box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AutoNum type="arabicPeriod"/>
            </a:pPr>
            <a:r>
              <a:rPr lang="en-US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the operation into the batch record system (Chromebook).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AutoNum type="arabicPeriod"/>
            </a:pPr>
            <a:r>
              <a:rPr lang="en-US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an A5 traveler with the job number and your initials. Place into WIP box. Remove the incumbent traveler.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838201" y="2224258"/>
            <a:ext cx="5257800" cy="426861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889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951674" y="1405319"/>
            <a:ext cx="527642" cy="510899"/>
          </a:xfrm>
          <a:prstGeom prst="plus">
            <a:avLst>
              <a:gd fmla="val 43591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3467101" y="1449342"/>
            <a:ext cx="472819" cy="481002"/>
            <a:chOff x="3007669" y="3175436"/>
            <a:chExt cx="472819" cy="481002"/>
          </a:xfrm>
        </p:grpSpPr>
        <p:sp>
          <p:nvSpPr>
            <p:cNvPr id="98" name="Google Shape;98;p2"/>
            <p:cNvSpPr/>
            <p:nvPr/>
          </p:nvSpPr>
          <p:spPr>
            <a:xfrm>
              <a:off x="3018992" y="3188499"/>
              <a:ext cx="448109" cy="448109"/>
            </a:xfrm>
            <a:prstGeom prst="diamond">
              <a:avLst/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007669" y="3175436"/>
              <a:ext cx="472819" cy="481002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1593669" y="1442575"/>
            <a:ext cx="16197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 Handling IPA, eye protection 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023360" y="1325008"/>
            <a:ext cx="20726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QUALITY: No scratches on the PET Film, all dust removed</a:t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-2318" r="18169" t="0"/>
          <a:stretch/>
        </p:blipFill>
        <p:spPr>
          <a:xfrm rot="5400000">
            <a:off x="1413140" y="2274907"/>
            <a:ext cx="4107921" cy="407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8071757" y="6492872"/>
            <a:ext cx="2498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Approved: Ward Hills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830627" y="6492873"/>
            <a:ext cx="1904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 01 April 2020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838200" y="365125"/>
            <a:ext cx="10515600" cy="73215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Foam Prep</a:t>
            </a:r>
            <a:endParaRPr/>
          </a:p>
        </p:txBody>
      </p:sp>
      <p:pic>
        <p:nvPicPr>
          <p:cNvPr id="110" name="Google Shape;110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4342" y="416236"/>
            <a:ext cx="1057571" cy="65491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6335486" y="1332411"/>
            <a:ext cx="5018314" cy="5160464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the Foam has its traveler with it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guide fence to 23.5cm. Cut on the bandsaw.  Set to 2.8cm. Cut. Ensure block is against guide fence at all times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any excess dust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CHECK: adhesive layer runs full width and length of the block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into a WIP box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the operation into the batch record system (Chromebook)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an A5 traveler with the job number and your initials. Place into WIP box. Remove the incumbent traveler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838201" y="2224258"/>
            <a:ext cx="5257800" cy="426861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889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951674" y="1405319"/>
            <a:ext cx="527642" cy="510899"/>
          </a:xfrm>
          <a:prstGeom prst="plus">
            <a:avLst>
              <a:gd fmla="val 43591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3"/>
          <p:cNvGrpSpPr/>
          <p:nvPr/>
        </p:nvGrpSpPr>
        <p:grpSpPr>
          <a:xfrm>
            <a:off x="3467101" y="1449342"/>
            <a:ext cx="472819" cy="481002"/>
            <a:chOff x="3007669" y="3175436"/>
            <a:chExt cx="472819" cy="481002"/>
          </a:xfrm>
        </p:grpSpPr>
        <p:sp>
          <p:nvSpPr>
            <p:cNvPr id="115" name="Google Shape;115;p3"/>
            <p:cNvSpPr/>
            <p:nvPr/>
          </p:nvSpPr>
          <p:spPr>
            <a:xfrm>
              <a:off x="3018992" y="3188499"/>
              <a:ext cx="448109" cy="448109"/>
            </a:xfrm>
            <a:prstGeom prst="diamond">
              <a:avLst/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007669" y="3175436"/>
              <a:ext cx="472819" cy="481002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"/>
          <p:cNvSpPr txBox="1"/>
          <p:nvPr/>
        </p:nvSpPr>
        <p:spPr>
          <a:xfrm>
            <a:off x="1593669" y="1325008"/>
            <a:ext cx="17899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 Bandsaw,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Induction trained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4023360" y="1101683"/>
            <a:ext cx="207264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QUALITY: Adhesive backing should be full width of cut block.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to be cut to size and square  </a:t>
            </a:r>
            <a:endParaRPr/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548" y="2294406"/>
            <a:ext cx="3936267" cy="41295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3"/>
          <p:cNvCxnSpPr/>
          <p:nvPr/>
        </p:nvCxnSpPr>
        <p:spPr>
          <a:xfrm flipH="1" rot="10800000">
            <a:off x="2155371" y="5225142"/>
            <a:ext cx="640080" cy="10450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" name="Google Shape;121;p3"/>
          <p:cNvCxnSpPr/>
          <p:nvPr/>
        </p:nvCxnSpPr>
        <p:spPr>
          <a:xfrm>
            <a:off x="2756263" y="4676503"/>
            <a:ext cx="143691" cy="158060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3030583" y="4676503"/>
            <a:ext cx="143691" cy="158060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 flipH="1">
            <a:off x="3108962" y="5081451"/>
            <a:ext cx="692330" cy="10450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" name="Google Shape;124;p3"/>
          <p:cNvSpPr txBox="1"/>
          <p:nvPr/>
        </p:nvSpPr>
        <p:spPr>
          <a:xfrm>
            <a:off x="8071757" y="6492872"/>
            <a:ext cx="2498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Approved: Ward Hills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9830627" y="6492873"/>
            <a:ext cx="1904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 01 April 2020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838200" y="365125"/>
            <a:ext cx="10515600" cy="73215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Elastic Prep</a:t>
            </a:r>
            <a:endParaRPr/>
          </a:p>
        </p:txBody>
      </p:sp>
      <p:pic>
        <p:nvPicPr>
          <p:cNvPr id="131" name="Google Shape;131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4342" y="416236"/>
            <a:ext cx="1057571" cy="65491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6335486" y="1332411"/>
            <a:ext cx="5018314" cy="5160464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the Elastic has its traveler with it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to length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Cut with sharp scissors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any fraying edges (Fine full width fibres)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into WIP box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the operation into the batch record system (Chromebook)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an A5 traveler with the job number and your initials. Place into WIP box. Remove the incumbent traveler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838201" y="2224258"/>
            <a:ext cx="5257800" cy="426861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889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51674" y="1405319"/>
            <a:ext cx="527642" cy="510899"/>
          </a:xfrm>
          <a:prstGeom prst="plus">
            <a:avLst>
              <a:gd fmla="val 43591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4"/>
          <p:cNvGrpSpPr/>
          <p:nvPr/>
        </p:nvGrpSpPr>
        <p:grpSpPr>
          <a:xfrm>
            <a:off x="3467101" y="1449342"/>
            <a:ext cx="472819" cy="481002"/>
            <a:chOff x="3007669" y="3175436"/>
            <a:chExt cx="472819" cy="481002"/>
          </a:xfrm>
        </p:grpSpPr>
        <p:sp>
          <p:nvSpPr>
            <p:cNvPr id="136" name="Google Shape;136;p4"/>
            <p:cNvSpPr/>
            <p:nvPr/>
          </p:nvSpPr>
          <p:spPr>
            <a:xfrm>
              <a:off x="3018992" y="3188499"/>
              <a:ext cx="448109" cy="448109"/>
            </a:xfrm>
            <a:prstGeom prst="diamond">
              <a:avLst/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3007669" y="3175436"/>
              <a:ext cx="472819" cy="481002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4"/>
          <p:cNvSpPr txBox="1"/>
          <p:nvPr/>
        </p:nvSpPr>
        <p:spPr>
          <a:xfrm>
            <a:off x="1593669" y="1506880"/>
            <a:ext cx="17899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 None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4023360" y="1193124"/>
            <a:ext cx="20726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QUALITY: Correct Length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Cut needs to be Square across web</a:t>
            </a:r>
            <a:endParaRPr/>
          </a:p>
        </p:txBody>
      </p:sp>
      <p:pic>
        <p:nvPicPr>
          <p:cNvPr id="140" name="Google Shape;1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32433" y="2777957"/>
            <a:ext cx="4110396" cy="316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674" y="4948464"/>
            <a:ext cx="5044182" cy="107865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8071757" y="6492872"/>
            <a:ext cx="2498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Approved: Ward Hills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9830627" y="6492873"/>
            <a:ext cx="1904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 01 April 2020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838200" y="365125"/>
            <a:ext cx="10515600" cy="73215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Foam-PET Assembly</a:t>
            </a:r>
            <a:endParaRPr/>
          </a:p>
        </p:txBody>
      </p:sp>
      <p:pic>
        <p:nvPicPr>
          <p:cNvPr id="149" name="Google Shape;14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4342" y="416236"/>
            <a:ext cx="1057571" cy="65491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6335486" y="1332411"/>
            <a:ext cx="5018314" cy="5160464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the Foam and PET have travelers.  Where two batches are present, use the </a:t>
            </a: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job number first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the jig is clear of debris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the PET into the jig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the release paper from the foam with a knife point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the foam onto the PET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into a WIP box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the operation into the batch record system (Chromebook)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an A5 traveler with the job number and your initials. Place into WIP box. Remove the incumbent traveler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838201" y="2224258"/>
            <a:ext cx="5257800" cy="426861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889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51674" y="1405319"/>
            <a:ext cx="527642" cy="510899"/>
          </a:xfrm>
          <a:prstGeom prst="plus">
            <a:avLst>
              <a:gd fmla="val 43591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5"/>
          <p:cNvGrpSpPr/>
          <p:nvPr/>
        </p:nvGrpSpPr>
        <p:grpSpPr>
          <a:xfrm>
            <a:off x="3467101" y="1449342"/>
            <a:ext cx="472819" cy="481002"/>
            <a:chOff x="3007669" y="3175436"/>
            <a:chExt cx="472819" cy="481002"/>
          </a:xfrm>
        </p:grpSpPr>
        <p:sp>
          <p:nvSpPr>
            <p:cNvPr id="154" name="Google Shape;154;p5"/>
            <p:cNvSpPr/>
            <p:nvPr/>
          </p:nvSpPr>
          <p:spPr>
            <a:xfrm>
              <a:off x="3018992" y="3188499"/>
              <a:ext cx="448109" cy="448109"/>
            </a:xfrm>
            <a:prstGeom prst="diamond">
              <a:avLst/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3007669" y="3175436"/>
              <a:ext cx="472819" cy="481002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5"/>
          <p:cNvSpPr txBox="1"/>
          <p:nvPr/>
        </p:nvSpPr>
        <p:spPr>
          <a:xfrm>
            <a:off x="1593669" y="1506880"/>
            <a:ext cx="17899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 Sharp blade required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4023359" y="1193124"/>
            <a:ext cx="22987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QUALITY: Foam fits in correct position.  Foam fully attached.  Foam adhesive not above PET visor edge </a:t>
            </a:r>
            <a:endParaRPr/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92419" y="3061122"/>
            <a:ext cx="4201472" cy="2583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2948311" y="3142662"/>
            <a:ext cx="3684362" cy="24205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5"/>
          <p:cNvCxnSpPr/>
          <p:nvPr/>
        </p:nvCxnSpPr>
        <p:spPr>
          <a:xfrm>
            <a:off x="4343400" y="2922814"/>
            <a:ext cx="375557" cy="3053443"/>
          </a:xfrm>
          <a:prstGeom prst="straightConnector1">
            <a:avLst/>
          </a:prstGeom>
          <a:noFill/>
          <a:ln cap="flat" cmpd="sng" w="762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5"/>
          <p:cNvSpPr txBox="1"/>
          <p:nvPr/>
        </p:nvSpPr>
        <p:spPr>
          <a:xfrm>
            <a:off x="8071757" y="6492872"/>
            <a:ext cx="2498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Approved: Ward Hills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9830627" y="6492873"/>
            <a:ext cx="1904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 01 April 2020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838200" y="365125"/>
            <a:ext cx="10515600" cy="73215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Elastic Stapling</a:t>
            </a:r>
            <a:endParaRPr/>
          </a:p>
        </p:txBody>
      </p:sp>
      <p:pic>
        <p:nvPicPr>
          <p:cNvPr id="168" name="Google Shape;168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4342" y="416236"/>
            <a:ext cx="1057571" cy="65491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6335486" y="1332411"/>
            <a:ext cx="5018314" cy="5160464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the cut Elastic and visor have travelers. Where two batches are present, use the </a:t>
            </a: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first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elastic as shown, with end on OUTSIDE of visor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Staple through once from the INSIDE of the mask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2. and 3. at the other side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into a WIP box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the operation into the batch record system (Chromebook)</a:t>
            </a:r>
            <a:endParaRPr/>
          </a:p>
          <a:p>
            <a:pPr indent="-514350" lvl="0" marL="5143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an A5 traveler with the job number and your initials. Place into WIP box. Remove the incumbent traveler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838201" y="2224258"/>
            <a:ext cx="5257800" cy="426861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889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51674" y="1405319"/>
            <a:ext cx="527642" cy="510899"/>
          </a:xfrm>
          <a:prstGeom prst="plus">
            <a:avLst>
              <a:gd fmla="val 43591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6"/>
          <p:cNvGrpSpPr/>
          <p:nvPr/>
        </p:nvGrpSpPr>
        <p:grpSpPr>
          <a:xfrm>
            <a:off x="3467101" y="1449342"/>
            <a:ext cx="472819" cy="481002"/>
            <a:chOff x="3007669" y="3175436"/>
            <a:chExt cx="472819" cy="481002"/>
          </a:xfrm>
        </p:grpSpPr>
        <p:sp>
          <p:nvSpPr>
            <p:cNvPr id="173" name="Google Shape;173;p6"/>
            <p:cNvSpPr/>
            <p:nvPr/>
          </p:nvSpPr>
          <p:spPr>
            <a:xfrm>
              <a:off x="3018992" y="3188499"/>
              <a:ext cx="448109" cy="448109"/>
            </a:xfrm>
            <a:prstGeom prst="diamond">
              <a:avLst/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3007669" y="3175436"/>
              <a:ext cx="472819" cy="481002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6"/>
          <p:cNvSpPr txBox="1"/>
          <p:nvPr/>
        </p:nvSpPr>
        <p:spPr>
          <a:xfrm>
            <a:off x="1593669" y="1506880"/>
            <a:ext cx="17899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 Stapler action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4023360" y="1193124"/>
            <a:ext cx="20726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QUALITY: Correct elastic routing.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Staple fully formed, no sharp points</a:t>
            </a:r>
            <a:endParaRPr/>
          </a:p>
        </p:txBody>
      </p:sp>
      <p:pic>
        <p:nvPicPr>
          <p:cNvPr id="177" name="Google Shape;1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062488" y="2238384"/>
            <a:ext cx="2044836" cy="2973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826878" y="2238383"/>
            <a:ext cx="3213187" cy="29736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6"/>
          <p:cNvCxnSpPr/>
          <p:nvPr/>
        </p:nvCxnSpPr>
        <p:spPr>
          <a:xfrm flipH="1">
            <a:off x="951674" y="2886442"/>
            <a:ext cx="666206" cy="313508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" name="Google Shape;180;p6"/>
          <p:cNvSpPr txBox="1"/>
          <p:nvPr/>
        </p:nvSpPr>
        <p:spPr>
          <a:xfrm>
            <a:off x="1640302" y="3043196"/>
            <a:ext cx="11303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INSIDE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955560" y="4254906"/>
            <a:ext cx="14947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OUTSIDE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4515189" y="3895678"/>
            <a:ext cx="14947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OUTSIDE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8071757" y="6492872"/>
            <a:ext cx="2498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Approved: Ward Hills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9830627" y="6492873"/>
            <a:ext cx="1904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 01 April 2020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224643" y="2743200"/>
            <a:ext cx="2955471" cy="2694214"/>
          </a:xfrm>
          <a:custGeom>
            <a:rect b="b" l="l" r="r" t="t"/>
            <a:pathLst>
              <a:path extrusionOk="0" h="2694214" w="2955471">
                <a:moveTo>
                  <a:pt x="0" y="0"/>
                </a:moveTo>
                <a:cubicBezTo>
                  <a:pt x="263978" y="489857"/>
                  <a:pt x="527957" y="979714"/>
                  <a:pt x="816428" y="1355271"/>
                </a:cubicBezTo>
                <a:cubicBezTo>
                  <a:pt x="1104899" y="1730828"/>
                  <a:pt x="1374321" y="2030186"/>
                  <a:pt x="1730828" y="2253343"/>
                </a:cubicBezTo>
                <a:cubicBezTo>
                  <a:pt x="2087335" y="2476500"/>
                  <a:pt x="2521403" y="2585357"/>
                  <a:pt x="2955471" y="2694214"/>
                </a:cubicBezTo>
              </a:path>
            </a:pathLst>
          </a:custGeom>
          <a:noFill/>
          <a:ln cap="flat" cmpd="sng" w="57150">
            <a:solidFill>
              <a:srgbClr val="FFFF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6"/>
          <p:cNvCxnSpPr/>
          <p:nvPr/>
        </p:nvCxnSpPr>
        <p:spPr>
          <a:xfrm flipH="1">
            <a:off x="826877" y="2743200"/>
            <a:ext cx="283468" cy="143242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p6"/>
          <p:cNvCxnSpPr/>
          <p:nvPr/>
        </p:nvCxnSpPr>
        <p:spPr>
          <a:xfrm flipH="1">
            <a:off x="826877" y="3658051"/>
            <a:ext cx="766792" cy="313508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p6"/>
          <p:cNvCxnSpPr/>
          <p:nvPr/>
        </p:nvCxnSpPr>
        <p:spPr>
          <a:xfrm flipH="1">
            <a:off x="826877" y="3199950"/>
            <a:ext cx="512067" cy="22905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6"/>
          <p:cNvSpPr txBox="1"/>
          <p:nvPr/>
        </p:nvSpPr>
        <p:spPr>
          <a:xfrm rot="3660509">
            <a:off x="262556" y="3672446"/>
            <a:ext cx="7667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cm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 rot="3660509">
            <a:off x="278885" y="2970318"/>
            <a:ext cx="7667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cm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838200" y="365125"/>
            <a:ext cx="10755086" cy="73215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QA and Packing</a:t>
            </a:r>
            <a:endParaRPr/>
          </a:p>
        </p:txBody>
      </p:sp>
      <p:pic>
        <p:nvPicPr>
          <p:cNvPr id="196" name="Google Shape;196;p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1307" y="416236"/>
            <a:ext cx="1057571" cy="65491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 txBox="1"/>
          <p:nvPr/>
        </p:nvSpPr>
        <p:spPr>
          <a:xfrm>
            <a:off x="6335486" y="1332411"/>
            <a:ext cx="5257800" cy="5160464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2"/>
              <a:buFont typeface="Arial"/>
              <a:buNone/>
            </a:pPr>
            <a:r>
              <a:rPr lang="en-US" sz="17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completed shields have a traveler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up a carton.  Apply its label (MS-xxx)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the shield onto the packet of bags, spray with demister and wipe with a cloth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 and repeat 3. on other side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checks, as per the checklist at the station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QA FAIL jobs one-at-a-time on the batch record system.  Place into reject bin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</a:t>
            </a: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both</a:t>
            </a: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labels to the PASSED shield.  Use the MS-xxx/zz labels to match the Carton label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Bag the shield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into the carton. Repeat for the batch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Shields from the “TOP UP” box to make 24-off Carton Quantity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the PASS operation into the batch record system (Chromebook). Note on job card if units taken from “TOP UP” box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AutoNum type="arabicPeriod"/>
            </a:pPr>
            <a:r>
              <a:rPr lang="en-US" sz="14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the incumbent traveler. Write an A5 traveler with the job number and your initials. Masking tape onto the Carton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838201" y="2480382"/>
            <a:ext cx="5257800" cy="4012491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889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51674" y="1405319"/>
            <a:ext cx="527642" cy="510899"/>
          </a:xfrm>
          <a:prstGeom prst="plus">
            <a:avLst>
              <a:gd fmla="val 43591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7"/>
          <p:cNvGrpSpPr/>
          <p:nvPr/>
        </p:nvGrpSpPr>
        <p:grpSpPr>
          <a:xfrm>
            <a:off x="3205841" y="1449342"/>
            <a:ext cx="472819" cy="481002"/>
            <a:chOff x="3007669" y="3175436"/>
            <a:chExt cx="472819" cy="481002"/>
          </a:xfrm>
        </p:grpSpPr>
        <p:sp>
          <p:nvSpPr>
            <p:cNvPr id="201" name="Google Shape;201;p7"/>
            <p:cNvSpPr/>
            <p:nvPr/>
          </p:nvSpPr>
          <p:spPr>
            <a:xfrm>
              <a:off x="3018992" y="3188499"/>
              <a:ext cx="448109" cy="448109"/>
            </a:xfrm>
            <a:prstGeom prst="diamond">
              <a:avLst/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3007669" y="3175436"/>
              <a:ext cx="472819" cy="481002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7"/>
          <p:cNvSpPr txBox="1"/>
          <p:nvPr/>
        </p:nvSpPr>
        <p:spPr>
          <a:xfrm>
            <a:off x="3678660" y="1088620"/>
            <a:ext cx="274826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QUALITY:  Visor Scratches;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Visor edge NOT sharp;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 length;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stapled and NOT sharp Foam; Foam Adhesive full width;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foam overhang top of visor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1593669" y="1442575"/>
            <a:ext cx="16197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 None </a:t>
            </a:r>
            <a:endParaRPr/>
          </a:p>
        </p:txBody>
      </p:sp>
      <p:grpSp>
        <p:nvGrpSpPr>
          <p:cNvPr id="205" name="Google Shape;205;p7"/>
          <p:cNvGrpSpPr/>
          <p:nvPr/>
        </p:nvGrpSpPr>
        <p:grpSpPr>
          <a:xfrm>
            <a:off x="1083743" y="2518717"/>
            <a:ext cx="1856014" cy="2283442"/>
            <a:chOff x="2970931" y="2504813"/>
            <a:chExt cx="3125069" cy="3844752"/>
          </a:xfrm>
        </p:grpSpPr>
        <p:pic>
          <p:nvPicPr>
            <p:cNvPr id="206" name="Google Shape;206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3521078" y="2308940"/>
              <a:ext cx="2379049" cy="277079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</p:pic>
        <p:pic>
          <p:nvPicPr>
            <p:cNvPr id="207" name="Google Shape;207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970931" y="3976417"/>
              <a:ext cx="2856955" cy="2373147"/>
            </a:xfrm>
            <a:prstGeom prst="rect">
              <a:avLst/>
            </a:prstGeom>
            <a:noFill/>
            <a:ln>
              <a:noFill/>
            </a:ln>
            <a:effectLst>
              <a:outerShdw blurRad="152400" rotWithShape="0" algn="br" dir="135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208" name="Google Shape;208;p7"/>
            <p:cNvSpPr/>
            <p:nvPr/>
          </p:nvSpPr>
          <p:spPr>
            <a:xfrm>
              <a:off x="4192278" y="3066393"/>
              <a:ext cx="994550" cy="783771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077762" y="4682921"/>
              <a:ext cx="766165" cy="783771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0" name="Google Shape;210;p7"/>
            <p:cNvCxnSpPr>
              <a:stCxn id="208" idx="4"/>
              <a:endCxn id="209" idx="0"/>
            </p:cNvCxnSpPr>
            <p:nvPr/>
          </p:nvCxnSpPr>
          <p:spPr>
            <a:xfrm flipH="1">
              <a:off x="4460653" y="3850164"/>
              <a:ext cx="228900" cy="8331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211" name="Google Shape;21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2991321" y="2518717"/>
            <a:ext cx="3053117" cy="2741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10800000">
            <a:off x="3846085" y="4807708"/>
            <a:ext cx="2175110" cy="163133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 txBox="1"/>
          <p:nvPr/>
        </p:nvSpPr>
        <p:spPr>
          <a:xfrm>
            <a:off x="8071757" y="6492872"/>
            <a:ext cx="2498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Approved: Ward Hills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9830627" y="6492873"/>
            <a:ext cx="1904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 01 April 2020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/>
          <p:nvPr>
            <p:ph type="title"/>
          </p:nvPr>
        </p:nvSpPr>
        <p:spPr>
          <a:xfrm>
            <a:off x="838200" y="365125"/>
            <a:ext cx="10515600" cy="732155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Carton (Boxing)</a:t>
            </a:r>
            <a:endParaRPr/>
          </a:p>
        </p:txBody>
      </p:sp>
      <p:pic>
        <p:nvPicPr>
          <p:cNvPr id="220" name="Google Shape;220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4342" y="416236"/>
            <a:ext cx="1057571" cy="65491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6335486" y="1332411"/>
            <a:ext cx="5018314" cy="5160464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carton has a QA traveler taped to it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the Carton and Shield MS-xxx numbers match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Instructions For Use sheet inside Carton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up the Carton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the operation into the batch record system (Chromebook)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838201" y="2480382"/>
            <a:ext cx="5257800" cy="4012491"/>
          </a:xfrm>
          <a:prstGeom prst="rect">
            <a:avLst/>
          </a:prstGeom>
          <a:noFill/>
          <a:ln cap="flat" cmpd="sng" w="381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889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51674" y="1405319"/>
            <a:ext cx="527642" cy="510899"/>
          </a:xfrm>
          <a:prstGeom prst="plus">
            <a:avLst>
              <a:gd fmla="val 43591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8"/>
          <p:cNvGrpSpPr/>
          <p:nvPr/>
        </p:nvGrpSpPr>
        <p:grpSpPr>
          <a:xfrm>
            <a:off x="3689168" y="1449342"/>
            <a:ext cx="472819" cy="481002"/>
            <a:chOff x="3007669" y="3175436"/>
            <a:chExt cx="472819" cy="481002"/>
          </a:xfrm>
        </p:grpSpPr>
        <p:sp>
          <p:nvSpPr>
            <p:cNvPr id="225" name="Google Shape;225;p8"/>
            <p:cNvSpPr/>
            <p:nvPr/>
          </p:nvSpPr>
          <p:spPr>
            <a:xfrm>
              <a:off x="3018992" y="3188499"/>
              <a:ext cx="448109" cy="448109"/>
            </a:xfrm>
            <a:prstGeom prst="diamond">
              <a:avLst/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3007669" y="3175436"/>
              <a:ext cx="472819" cy="481002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8"/>
          <p:cNvSpPr txBox="1"/>
          <p:nvPr/>
        </p:nvSpPr>
        <p:spPr>
          <a:xfrm>
            <a:off x="4159923" y="1291436"/>
            <a:ext cx="216011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QUALITY:  MS-xxx Carton and Shield labels match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Shields are packed correctly in carton</a:t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1593669" y="1534016"/>
            <a:ext cx="16197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 None</a:t>
            </a:r>
            <a:endParaRPr/>
          </a:p>
        </p:txBody>
      </p:sp>
      <p:pic>
        <p:nvPicPr>
          <p:cNvPr id="229" name="Google Shape;229;p8"/>
          <p:cNvPicPr preferRelativeResize="0"/>
          <p:nvPr/>
        </p:nvPicPr>
        <p:blipFill rotWithShape="1">
          <a:blip r:embed="rId4">
            <a:alphaModFix/>
          </a:blip>
          <a:srcRect b="0" l="0" r="0" t="-2222"/>
          <a:stretch/>
        </p:blipFill>
        <p:spPr>
          <a:xfrm rot="5400000">
            <a:off x="1065481" y="2436674"/>
            <a:ext cx="2726379" cy="30482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8"/>
          <p:cNvGrpSpPr/>
          <p:nvPr/>
        </p:nvGrpSpPr>
        <p:grpSpPr>
          <a:xfrm>
            <a:off x="2970931" y="2504813"/>
            <a:ext cx="3125069" cy="3844752"/>
            <a:chOff x="2970931" y="2504813"/>
            <a:chExt cx="3125069" cy="3844752"/>
          </a:xfrm>
        </p:grpSpPr>
        <p:pic>
          <p:nvPicPr>
            <p:cNvPr id="231" name="Google Shape;231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3521078" y="2308940"/>
              <a:ext cx="2379049" cy="277079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</p:pic>
        <p:pic>
          <p:nvPicPr>
            <p:cNvPr id="232" name="Google Shape;232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970931" y="3976417"/>
              <a:ext cx="2856955" cy="2373147"/>
            </a:xfrm>
            <a:prstGeom prst="rect">
              <a:avLst/>
            </a:prstGeom>
            <a:noFill/>
            <a:ln>
              <a:noFill/>
            </a:ln>
            <a:effectLst>
              <a:outerShdw blurRad="152400" rotWithShape="0" algn="br" dir="135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233" name="Google Shape;233;p8"/>
            <p:cNvSpPr/>
            <p:nvPr/>
          </p:nvSpPr>
          <p:spPr>
            <a:xfrm>
              <a:off x="4192278" y="3066393"/>
              <a:ext cx="994550" cy="783771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4077762" y="4682921"/>
              <a:ext cx="766165" cy="783771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5" name="Google Shape;235;p8"/>
            <p:cNvCxnSpPr>
              <a:stCxn id="233" idx="4"/>
              <a:endCxn id="234" idx="0"/>
            </p:cNvCxnSpPr>
            <p:nvPr/>
          </p:nvCxnSpPr>
          <p:spPr>
            <a:xfrm flipH="1">
              <a:off x="4460953" y="3850164"/>
              <a:ext cx="228600" cy="8328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6" name="Google Shape;236;p8"/>
          <p:cNvSpPr txBox="1"/>
          <p:nvPr/>
        </p:nvSpPr>
        <p:spPr>
          <a:xfrm>
            <a:off x="8071757" y="6492872"/>
            <a:ext cx="2498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Approved: Ward Hills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9830627" y="6492873"/>
            <a:ext cx="1904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 01 April 2020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2020-04-01T08:07:50Z</dcterms:created>
  <dc:creator>Nick Scott</dc:creator>
</cp:coreProperties>
</file>